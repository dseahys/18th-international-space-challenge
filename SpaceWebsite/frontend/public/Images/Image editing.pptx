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2618-6ACE-91BC-138E-5E396137E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19FFB-6729-36DC-7C3B-881DF1B89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FEDD4-8240-7B0D-E96C-24D41475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2942F-A562-791C-A13C-7E8AD8165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F037-00CD-D524-1E2B-0A7BF02A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C6B5-B9A4-858B-66FA-6E99227D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05415-8049-4F74-3E31-90098A171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23042-6558-6A03-2B4F-77DE1B6E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75BB3-7BA4-FFA1-0595-B33A8071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1ABAA-CC11-C98D-D573-E1C58C4C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9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CF95-30EC-E315-C7AF-D6F18312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0F8CD-0C0E-1747-9B05-5467A3711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5E66-FF39-4B73-8195-62A355FAF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82EDE-2C96-ABF0-D843-3FF26A3E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D4530-53DC-EAFB-A0EE-D8C86284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6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071B-5863-0B65-1F22-8570A0A5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0C3D-6532-7672-0D80-CF53AAA3D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A62C7-7148-1575-C8F0-4D0D0819E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E35AF-B5A9-E2A8-37BD-B8A417D3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A7595-47D1-63CE-CD72-41D4EED1F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77BF7-49D8-4058-AF9A-23A9EB651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77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EC8A-3597-4EF1-EBD1-7D41FCBD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F4D9F-FC77-4865-BCF4-B5C0B4761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61AA1-4F72-3ED4-FEB7-A8DDD0327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36E255-CF6B-F4EB-2E12-E84FE8594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62E055-5598-EE43-5F16-E8F1E65E3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7EF03-714F-D7FE-46B2-A0E4C49D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D6866-9665-B07F-8D7E-B6B59836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C5EE6-3C06-3CC9-1B08-F84C9C8D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5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0000-508B-9354-8158-245A95AB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D720E-6E05-DC5E-6CAC-D9FBB9AC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7CA8A-7B2E-1653-74EB-34E9EAF8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6366E-0D6B-D016-1C6B-31A71FF2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0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9103D3-B61E-52E6-91B8-1EE948D1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02860-D884-C5A8-E266-ED0DA8842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2F77C-9FCC-5B1B-1A1D-81E8CDCE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2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0CBD-2BCF-BE96-C91F-74425C473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0066A-91CF-197D-CAEA-C1805BFC8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1DB8F-2AE1-D368-29D4-5F7AAC791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291CB-AD7B-F690-BC84-E98DC9B2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7F8B3-03C3-797C-AD7B-30FF70900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8A0B3-A9AB-81D5-5474-CB67AF90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1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4A5C-D6B1-A31A-A8D7-D52BC4E3E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1FCEC-F643-65FB-C665-F6453A318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476DD-4A2E-08C6-7D1C-9C6A901BC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1F01D-D056-5B26-CC30-A0D963C6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7F37A-D238-996C-94EC-BAD4537F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0B176-A836-5C8C-A996-414AB4D67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8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7AB2-26B9-D096-28FA-C5AF3E18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C4E3B-4763-4FB7-1EC6-0A26702DA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1F2A9-E095-9F83-C7A8-1A74BA29A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8B7F5-F4CF-7391-550A-1582195E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2DF15-2DAE-8D09-7D09-719104A1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2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DC1F4B-E54B-ADF5-FC32-0E22C1E41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63CA3-4D80-66F8-B476-76DD5076B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B04E0-B00A-CCFD-CAD2-4E6951AC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6973D-86B1-8864-2C29-D904E0DB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0B08D-FADD-DE5B-C751-BEA8519D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A98064-F1AE-493F-80D3-B4F7307A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95815-2F09-F8B7-2ABF-6020A7CEB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998CE-139B-4366-7748-88FC77D68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C89FB-B610-4C30-B19C-89CAE638802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E2FBE-D529-1EDC-8935-86C9EED35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37301-A2A2-F470-2073-2B087A024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BA723-D108-4D1E-A6B7-D3CEE5568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1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50057B4-DAF6-2567-4B36-8BA00257E3CA}"/>
              </a:ext>
            </a:extLst>
          </p:cNvPr>
          <p:cNvGrpSpPr/>
          <p:nvPr/>
        </p:nvGrpSpPr>
        <p:grpSpPr>
          <a:xfrm>
            <a:off x="3524250" y="0"/>
            <a:ext cx="5143500" cy="6858000"/>
            <a:chOff x="3524250" y="0"/>
            <a:chExt cx="51435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A74B70-07D1-EEEA-2863-6478A1057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4250" y="0"/>
              <a:ext cx="5143500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C2642F7-9D2A-0BD7-1ACD-97CC3D1E0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29014" y="931844"/>
              <a:ext cx="3867235" cy="81574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90F53D-F16A-CAD9-C82C-24752C04F0FE}"/>
                </a:ext>
              </a:extLst>
            </p:cNvPr>
            <p:cNvSpPr txBox="1"/>
            <p:nvPr/>
          </p:nvSpPr>
          <p:spPr>
            <a:xfrm>
              <a:off x="3860756" y="931844"/>
              <a:ext cx="46037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Impact" panose="020B0806030902050204" pitchFamily="34" charset="0"/>
                </a:rPr>
                <a:t>When Mission Control is 22 minutes away, you are your own first responder. AURA is the sovereign, air-gapped AI that thinks with you, not for you.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6747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84D51A-1B4D-4C78-E73A-72F8C4892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617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AF7064-56C1-26C0-45F3-107683AF2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696"/>
          <a:stretch>
            <a:fillRect/>
          </a:stretch>
        </p:blipFill>
        <p:spPr>
          <a:xfrm>
            <a:off x="3012726" y="1921257"/>
            <a:ext cx="2573447" cy="1329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B13906-341E-576C-C1FF-E44A1E439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173" y="0"/>
            <a:ext cx="443153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0EEA07-1CEF-4C47-13C8-FA617CCCDFAB}"/>
              </a:ext>
            </a:extLst>
          </p:cNvPr>
          <p:cNvSpPr/>
          <p:nvPr/>
        </p:nvSpPr>
        <p:spPr>
          <a:xfrm>
            <a:off x="6445250" y="6692900"/>
            <a:ext cx="508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75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Impact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#DAVE SEAH YONG SHENG#</dc:creator>
  <cp:lastModifiedBy>#DAVE SEAH YONG SHENG#</cp:lastModifiedBy>
  <cp:revision>2</cp:revision>
  <dcterms:created xsi:type="dcterms:W3CDTF">2025-11-08T09:46:41Z</dcterms:created>
  <dcterms:modified xsi:type="dcterms:W3CDTF">2025-11-16T12:34:19Z</dcterms:modified>
</cp:coreProperties>
</file>